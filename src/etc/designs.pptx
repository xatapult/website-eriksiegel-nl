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06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2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112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79931-85F1-90FD-409E-BBE80BDD22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FD73E7-0E9A-C768-8466-D4FA3A16F5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E9BA5-D600-59DE-E057-FD212BB2D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BB42-E006-4BAD-AFAD-FA8765C2B6ED}" type="datetimeFigureOut">
              <a:rPr lang="en-NL" smtClean="0"/>
              <a:t>22/11/2022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33B73-F39A-3706-CA86-1BF2C7C18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318B8-0FB3-1E7A-4AC1-F11F27536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AA211-CC4A-4878-8D7B-99AE934B077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81735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F9666-5F72-7031-BE58-7C113CC2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FA7B5-1BF0-E39B-A654-5C40CEFFB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E204D-2302-2556-1A0A-30CF1FB59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BB42-E006-4BAD-AFAD-FA8765C2B6ED}" type="datetimeFigureOut">
              <a:rPr lang="en-NL" smtClean="0"/>
              <a:t>22/11/2022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F3203-E291-4655-B155-DCDB31E92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5D3CB-024F-A9D8-738B-622962CEF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AA211-CC4A-4878-8D7B-99AE934B077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62348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D78EC-26E1-939B-D065-1124088F1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64EE8-FBBC-4496-08ED-FBB8431D3E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310DE-8536-AA8E-064E-0CFD8DC02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BB42-E006-4BAD-AFAD-FA8765C2B6ED}" type="datetimeFigureOut">
              <a:rPr lang="en-NL" smtClean="0"/>
              <a:t>22/11/2022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78024-E41A-F6FF-A046-BD54CC340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92F23-3B4B-1DBC-6471-C2DDFC464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AA211-CC4A-4878-8D7B-99AE934B077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76103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340F0-DDE7-DEC4-45DB-3B44A6804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3CDDB-F238-B27F-F73D-F29EA1EC7E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FC1649-B024-5B1F-1DA0-D8D4501F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9D7920-B8B2-517E-51A5-0A2259586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BB42-E006-4BAD-AFAD-FA8765C2B6ED}" type="datetimeFigureOut">
              <a:rPr lang="en-NL" smtClean="0"/>
              <a:t>22/11/2022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FFCD06-4448-F757-779D-159E68924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77BBB-84FC-979E-BC34-1630CEE82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AA211-CC4A-4878-8D7B-99AE934B077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5021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08306-EC97-3EAA-B385-25784A97C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1CE85-C3A2-6382-D2BA-C3CA873A1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1FAB46-CF63-4770-02CF-A30B87D7C1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49F8CE-62DF-5DC6-DDE4-FA9B266C19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7B62EB-4FF6-CCC6-0ACE-6D676FCB38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91CEFC-7E77-8B3C-FB75-8A0F9B91A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BB42-E006-4BAD-AFAD-FA8765C2B6ED}" type="datetimeFigureOut">
              <a:rPr lang="en-NL" smtClean="0"/>
              <a:t>22/11/2022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4DDEB4-0704-A32D-8D81-5DCF4C52E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7FA8EE-3520-5A93-AA9D-C295275B7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AA211-CC4A-4878-8D7B-99AE934B077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34469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75741-2774-6113-2966-B4961956A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CA89F9-E890-F095-2977-4BFD2D742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BB42-E006-4BAD-AFAD-FA8765C2B6ED}" type="datetimeFigureOut">
              <a:rPr lang="en-NL" smtClean="0"/>
              <a:t>22/11/2022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5E1965-E0BC-09D7-F148-C9600EF4B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46E597-1A39-AD74-091F-9622E1C58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AA211-CC4A-4878-8D7B-99AE934B077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8720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6BAFF7-E49B-640D-99CC-6BC3EE43A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BB42-E006-4BAD-AFAD-FA8765C2B6ED}" type="datetimeFigureOut">
              <a:rPr lang="en-NL" smtClean="0"/>
              <a:t>22/11/2022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5A850B-1A08-6987-60F0-7A734B329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85D98-718F-A696-6932-B265C0A56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AA211-CC4A-4878-8D7B-99AE934B077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89187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C5C62-5417-F412-B09F-87CC4FDEB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E40BE-EEB8-12EA-2E2D-D9D689009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68245B-2332-C195-C5E9-2D71A981D4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3AE187-2CDC-369D-51B6-9DC16A261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BB42-E006-4BAD-AFAD-FA8765C2B6ED}" type="datetimeFigureOut">
              <a:rPr lang="en-NL" smtClean="0"/>
              <a:t>22/11/2022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8B881B-34B8-0526-AB82-6C0A9C1D1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2C0915-2E8F-BAC8-AAAC-F57E464EB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AA211-CC4A-4878-8D7B-99AE934B077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82242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0B2E7-1F38-25AA-6574-529821AB8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7790D1-E216-02E0-E0D4-03E53B167F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0DDC-EB40-9A4A-6255-AB47DDE9E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EAF5E-3526-444C-4AEE-8CCD7F286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BB42-E006-4BAD-AFAD-FA8765C2B6ED}" type="datetimeFigureOut">
              <a:rPr lang="en-NL" smtClean="0"/>
              <a:t>22/11/2022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C348E-0CF6-80FA-A03D-DC73A8BBD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07F731-F77F-8FA1-3E9C-CB0F0A8F3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AA211-CC4A-4878-8D7B-99AE934B077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61180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2653-D965-7C67-FE9E-F32BE9D6A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C57E61-2484-CEB2-E991-86219F7C2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990BD-7F76-008A-4738-DE022E86B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BB42-E006-4BAD-AFAD-FA8765C2B6ED}" type="datetimeFigureOut">
              <a:rPr lang="en-NL" smtClean="0"/>
              <a:t>22/11/2022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F833E-BDF2-3AEB-B594-23EC124C0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4D4E6-231C-8497-6032-71A180D9A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AA211-CC4A-4878-8D7B-99AE934B077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15381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C2A070-E6F2-FB24-A66D-F01827BFD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2F10CE-EF1B-AA43-27C0-8C85DFBB24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EF984-B292-3D67-09B4-1852FCB30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DBB42-E006-4BAD-AFAD-FA8765C2B6ED}" type="datetimeFigureOut">
              <a:rPr lang="en-NL" smtClean="0"/>
              <a:t>22/11/2022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19229-BD30-1991-0BA3-B5F1C9B40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E3FFE-BECD-FE37-7A52-7A406A222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AA211-CC4A-4878-8D7B-99AE934B077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9447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0D573A-3F53-EA80-A16F-C514B1B71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3B8646-594F-2DB1-6BDA-9B19DB6FA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23837-9B63-BFF0-8360-837FCABBEA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0DBB42-E006-4BAD-AFAD-FA8765C2B6ED}" type="datetimeFigureOut">
              <a:rPr lang="en-NL" smtClean="0"/>
              <a:t>22/11/2022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37A66-1C5F-289B-25D3-E438D4C8D1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DB925-9FAC-987B-8A75-AF3F53D7CC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7AA211-CC4A-4878-8D7B-99AE934B077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8830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00A816-22DB-7C8F-0958-F1E2428CB0C1}"/>
              </a:ext>
            </a:extLst>
          </p:cNvPr>
          <p:cNvSpPr txBox="1"/>
          <p:nvPr/>
        </p:nvSpPr>
        <p:spPr>
          <a:xfrm>
            <a:off x="1157287" y="1843088"/>
            <a:ext cx="98940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noProof="1">
                <a:solidFill>
                  <a:srgbClr val="920629"/>
                </a:solidFill>
                <a:latin typeface="Rotis Semi Serif Std" panose="02020603060505020204" pitchFamily="18" charset="0"/>
              </a:rPr>
              <a:t>Erik's Theatronics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E1334E-5FE5-4679-8131-B127C0F865AC}"/>
              </a:ext>
            </a:extLst>
          </p:cNvPr>
          <p:cNvSpPr txBox="1"/>
          <p:nvPr/>
        </p:nvSpPr>
        <p:spPr>
          <a:xfrm>
            <a:off x="1716881" y="3860007"/>
            <a:ext cx="7405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noProof="1">
                <a:solidFill>
                  <a:srgbClr val="920629"/>
                </a:solidFill>
                <a:latin typeface="Rotis Semi Serif Std" panose="02020603060505020204" pitchFamily="18" charset="0"/>
              </a:rPr>
              <a:t>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EDA39C-AA93-8013-0914-DBDFC01B6BA3}"/>
              </a:ext>
            </a:extLst>
          </p:cNvPr>
          <p:cNvSpPr txBox="1"/>
          <p:nvPr/>
        </p:nvSpPr>
        <p:spPr>
          <a:xfrm>
            <a:off x="2087165" y="4312445"/>
            <a:ext cx="7405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noProof="1">
                <a:solidFill>
                  <a:srgbClr val="920629"/>
                </a:solidFill>
                <a:latin typeface="Rotis Semi Serif Std" panose="02020603060505020204" pitchFamily="18" charset="0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2890038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Rotis Semi Serif Std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Erik Siegel</dc:creator>
  <cp:lastModifiedBy>Erik Siegel</cp:lastModifiedBy>
  <cp:revision>3</cp:revision>
  <dcterms:created xsi:type="dcterms:W3CDTF">2022-11-21T19:21:42Z</dcterms:created>
  <dcterms:modified xsi:type="dcterms:W3CDTF">2022-11-22T09:47:56Z</dcterms:modified>
</cp:coreProperties>
</file>